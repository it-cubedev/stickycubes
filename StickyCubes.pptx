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7" r:id="rId7"/>
    <p:sldId id="268" r:id="rId8"/>
    <p:sldId id="269" r:id="rId9"/>
    <p:sldId id="260" r:id="rId10"/>
    <p:sldId id="261" r:id="rId11"/>
    <p:sldId id="262" r:id="rId12"/>
    <p:sldId id="263" r:id="rId13"/>
    <p:sldId id="266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StickyCubes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игра на </a:t>
            </a:r>
            <a:r>
              <a:rPr lang="en-US" dirty="0"/>
              <a:t>Python Arcade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785110" y="5638800"/>
            <a:ext cx="553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Выполнил: Коршунов Ярослав Александрович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887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Идея</a:t>
            </a:r>
            <a:r>
              <a:rPr lang="en-US" b="1" dirty="0" smtClean="0"/>
              <a:t> </a:t>
            </a:r>
            <a:r>
              <a:rPr lang="ru-RU" b="1" dirty="0" smtClean="0"/>
              <a:t>проекта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3534992"/>
            <a:ext cx="8825659" cy="1703580"/>
          </a:xfrm>
        </p:spPr>
        <p:txBody>
          <a:bodyPr>
            <a:noAutofit/>
          </a:bodyPr>
          <a:lstStyle/>
          <a:p>
            <a:r>
              <a:rPr lang="ru-RU" sz="2200" dirty="0"/>
              <a:t>Проект представляет собой 2D‑аркаду, в которой игрок управляет кубом, меняющим направление гравитации (к полу или к потолку). Задача игрока </a:t>
            </a:r>
            <a:r>
              <a:rPr lang="ru-RU" sz="2200" dirty="0" smtClean="0"/>
              <a:t>- </a:t>
            </a:r>
            <a:r>
              <a:rPr lang="ru-RU" sz="2200" dirty="0"/>
              <a:t>как можно дольше избегать столкновений с препятствиями и зарабатывать очки.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017967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Задачи, для решения которых создан проект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2200" dirty="0"/>
              <a:t>Показать навыки разработки игр на </a:t>
            </a:r>
            <a:r>
              <a:rPr lang="ru-RU" sz="2200" dirty="0" err="1"/>
              <a:t>Python</a:t>
            </a:r>
            <a:r>
              <a:rPr lang="ru-RU" sz="2200" dirty="0"/>
              <a:t> с использованием библиотеки </a:t>
            </a:r>
            <a:r>
              <a:rPr lang="ru-RU" sz="2200" dirty="0" err="1"/>
              <a:t>arcade</a:t>
            </a:r>
            <a:r>
              <a:rPr lang="ru-RU" sz="2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200" dirty="0"/>
              <a:t>Отработать работу с игровыми циклами, физикой движения, обработкой ввода пользователя.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200" dirty="0"/>
              <a:t>Реализовать базовые элементы </a:t>
            </a:r>
            <a:r>
              <a:rPr lang="ru-RU" sz="2200" dirty="0" err="1"/>
              <a:t>геймдизайна</a:t>
            </a:r>
            <a:r>
              <a:rPr lang="ru-RU" sz="2200" dirty="0"/>
              <a:t>: прогресс, </a:t>
            </a:r>
            <a:r>
              <a:rPr lang="ru-RU" sz="2200" dirty="0" err="1"/>
              <a:t>скины</a:t>
            </a:r>
            <a:r>
              <a:rPr lang="ru-RU" sz="2200" dirty="0"/>
              <a:t>, </a:t>
            </a:r>
            <a:r>
              <a:rPr lang="ru-RU" sz="2200" dirty="0" err="1"/>
              <a:t>внутриигровую</a:t>
            </a:r>
            <a:r>
              <a:rPr lang="ru-RU" sz="2200" dirty="0"/>
              <a:t> валюту и сохранение данных.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200" dirty="0"/>
              <a:t>Создать простой, но затягивающий игровой прототип, который можно развивать и дополнять.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52677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Структура проекта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2830" y="3184615"/>
            <a:ext cx="8825659" cy="266070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200" dirty="0" err="1"/>
              <a:t>GameState</a:t>
            </a:r>
            <a:r>
              <a:rPr lang="en-US" sz="2200" dirty="0"/>
              <a:t> </a:t>
            </a:r>
            <a:r>
              <a:rPr lang="ru-RU" sz="2200" dirty="0" smtClean="0"/>
              <a:t>-</a:t>
            </a:r>
            <a:r>
              <a:rPr lang="en-US" sz="2200" dirty="0" smtClean="0"/>
              <a:t> </a:t>
            </a:r>
            <a:r>
              <a:rPr lang="ru-RU" sz="2200" dirty="0"/>
              <a:t>перечисление состояний игры: главное меню, игра, пауза, меню </a:t>
            </a:r>
            <a:r>
              <a:rPr lang="ru-RU" sz="2200" dirty="0" err="1"/>
              <a:t>скинов</a:t>
            </a:r>
            <a:r>
              <a:rPr lang="ru-RU" sz="2200" dirty="0"/>
              <a:t>, экран поражения.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 err="1"/>
              <a:t>GravityDirection</a:t>
            </a:r>
            <a:r>
              <a:rPr lang="en-US" sz="2200" dirty="0"/>
              <a:t> </a:t>
            </a:r>
            <a:r>
              <a:rPr lang="ru-RU" sz="2200" dirty="0" smtClean="0"/>
              <a:t>-</a:t>
            </a:r>
            <a:r>
              <a:rPr lang="en-US" sz="2200" dirty="0" smtClean="0"/>
              <a:t> </a:t>
            </a:r>
            <a:r>
              <a:rPr lang="ru-RU" sz="2200" dirty="0"/>
              <a:t>перечисление направления гравитации: вверх/вниз.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 err="1"/>
              <a:t>GravityCubeGame</a:t>
            </a:r>
            <a:r>
              <a:rPr lang="en-US" sz="2200" dirty="0"/>
              <a:t> (</a:t>
            </a:r>
            <a:r>
              <a:rPr lang="ru-RU" sz="2200" dirty="0"/>
              <a:t>наследник </a:t>
            </a:r>
            <a:r>
              <a:rPr lang="en-US" sz="2200" dirty="0" err="1"/>
              <a:t>arcade.Window</a:t>
            </a:r>
            <a:r>
              <a:rPr lang="en-US" sz="2200" dirty="0"/>
              <a:t>) </a:t>
            </a:r>
            <a:r>
              <a:rPr lang="ru-RU" sz="2200" dirty="0" smtClean="0"/>
              <a:t>-</a:t>
            </a:r>
            <a:r>
              <a:rPr lang="en-US" sz="2200" dirty="0" smtClean="0"/>
              <a:t> </a:t>
            </a:r>
            <a:r>
              <a:rPr lang="ru-RU" sz="2200" dirty="0"/>
              <a:t>основной класс приложения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256048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Версия 1.0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 smtClean="0"/>
              <a:t>В самой первой версии даже не использовался физический движок. Там были основные механики: смена гравитации, главное меню и меню после поражения.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218" y="3768355"/>
            <a:ext cx="3920782" cy="307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04342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Версия 1.1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 smtClean="0"/>
              <a:t>В этой версии добавился счёт монет и меню паузы. Также </a:t>
            </a:r>
            <a:r>
              <a:rPr lang="ru-RU" sz="2200" dirty="0"/>
              <a:t>п</a:t>
            </a:r>
            <a:r>
              <a:rPr lang="ru-RU" sz="2200" dirty="0" smtClean="0"/>
              <a:t>оменялись некоторые константы, чтобы упросить процесс игры, в самой первой версии было очень сложно играть.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723" y="4238712"/>
            <a:ext cx="3371277" cy="261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3636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Версия 1.2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 smtClean="0"/>
              <a:t>В этой версии добавилось сохранение рекорда игрока в отдельный файл, а также защита данных от изменения.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869" y="3572574"/>
            <a:ext cx="4188131" cy="328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1118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Версия 1.3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 smtClean="0"/>
              <a:t>Это финальная на данный момент версия проекта, в ней добавилась </a:t>
            </a:r>
            <a:r>
              <a:rPr lang="ru-RU" sz="2200" dirty="0" err="1" smtClean="0"/>
              <a:t>внутриигровая</a:t>
            </a:r>
            <a:r>
              <a:rPr lang="ru-RU" sz="2200" dirty="0" smtClean="0"/>
              <a:t> валюта – монеты, магазин </a:t>
            </a:r>
            <a:r>
              <a:rPr lang="ru-RU" sz="2200" dirty="0" err="1" smtClean="0"/>
              <a:t>скинов</a:t>
            </a:r>
            <a:r>
              <a:rPr lang="ru-RU" sz="2200" dirty="0" smtClean="0"/>
              <a:t>, также было немного улучшено меню паузы.</a:t>
            </a:r>
          </a:p>
          <a:p>
            <a:r>
              <a:rPr lang="ru-RU" sz="2200" dirty="0" smtClean="0"/>
              <a:t>Количество монет сохраняется в файл и проверяется на изменение.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442" y="4322184"/>
            <a:ext cx="3232558" cy="25358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64" y="4321336"/>
            <a:ext cx="3246278" cy="253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475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Особенности </a:t>
            </a:r>
            <a:r>
              <a:rPr lang="ru-RU" b="1" dirty="0" err="1"/>
              <a:t>геймплея</a:t>
            </a:r>
            <a:r>
              <a:rPr lang="ru-RU" b="1" dirty="0"/>
              <a:t> и логики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Куб «прилипает» к полу или потолку и может менять гравитацию только в момент касания, что делает управление более тактическим.</a:t>
            </a:r>
          </a:p>
          <a:p>
            <a:r>
              <a:rPr lang="ru-RU" dirty="0"/>
              <a:t>Препятствия появляются случайно сверху или снизу и движутся слева направо с настраиваемой скоростью и размером.</a:t>
            </a:r>
          </a:p>
          <a:p>
            <a:r>
              <a:rPr lang="ru-RU" dirty="0"/>
              <a:t>Столкновение с препятствием: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завершает текущую попытку;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конвертирует набранные очки в монеты;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обновляет рекорд, если текущий счёт его превзошёл.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01491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Система </a:t>
            </a:r>
            <a:r>
              <a:rPr lang="ru-RU" b="1" dirty="0" err="1"/>
              <a:t>скинов</a:t>
            </a:r>
            <a:r>
              <a:rPr lang="ru-RU" b="1" dirty="0"/>
              <a:t> и валюты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90247"/>
          </a:xfrm>
        </p:spPr>
        <p:txBody>
          <a:bodyPr>
            <a:normAutofit fontScale="92500" lnSpcReduction="20000"/>
          </a:bodyPr>
          <a:lstStyle/>
          <a:p>
            <a:r>
              <a:rPr lang="ru-RU" sz="2400" dirty="0"/>
              <a:t>В игре реализованы </a:t>
            </a:r>
            <a:r>
              <a:rPr lang="ru-RU" sz="2400" dirty="0" err="1"/>
              <a:t>скины</a:t>
            </a:r>
            <a:r>
              <a:rPr lang="ru-RU" sz="2400" dirty="0"/>
              <a:t> куба, отличающиеся цветом и редкостью.</a:t>
            </a:r>
          </a:p>
          <a:p>
            <a:r>
              <a:rPr lang="ru-RU" sz="2400" dirty="0" err="1"/>
              <a:t>Скины</a:t>
            </a:r>
            <a:r>
              <a:rPr lang="ru-RU" sz="2400" dirty="0"/>
              <a:t> продаются за </a:t>
            </a:r>
            <a:r>
              <a:rPr lang="ru-RU" sz="2400" dirty="0" err="1"/>
              <a:t>внутриигровые</a:t>
            </a:r>
            <a:r>
              <a:rPr lang="ru-RU" sz="2400" dirty="0"/>
              <a:t> монеты, которые игрок получает за набранные очки.</a:t>
            </a:r>
          </a:p>
          <a:p>
            <a:r>
              <a:rPr lang="ru-RU" sz="2400" dirty="0" err="1"/>
              <a:t>Скины</a:t>
            </a:r>
            <a:r>
              <a:rPr lang="ru-RU" sz="2400" dirty="0"/>
              <a:t> отсортированы по редкости: от обычных до редкого золотого с высокой ценой.</a:t>
            </a:r>
          </a:p>
          <a:p>
            <a:r>
              <a:rPr lang="ru-RU" sz="2400" dirty="0"/>
              <a:t>Реализовано меню </a:t>
            </a:r>
            <a:r>
              <a:rPr lang="ru-RU" sz="2400" dirty="0" err="1"/>
              <a:t>скинов</a:t>
            </a:r>
            <a:r>
              <a:rPr lang="ru-RU" sz="24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400" dirty="0"/>
              <a:t>отображает доступные </a:t>
            </a:r>
            <a:r>
              <a:rPr lang="ru-RU" sz="2400" dirty="0" err="1"/>
              <a:t>скины</a:t>
            </a:r>
            <a:r>
              <a:rPr lang="ru-RU" sz="2400" dirty="0"/>
              <a:t>, их стоимость, статус («Куплен» / цена);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400" dirty="0"/>
              <a:t>позволяет покупать </a:t>
            </a:r>
            <a:r>
              <a:rPr lang="ru-RU" sz="2400" dirty="0" err="1"/>
              <a:t>скины</a:t>
            </a:r>
            <a:r>
              <a:rPr lang="ru-RU" sz="2400" dirty="0"/>
              <a:t> (при достаточном количестве монет) и выбирать активный.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9321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Сохранение прогресса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2830" y="3031339"/>
            <a:ext cx="8825659" cy="2597674"/>
          </a:xfrm>
        </p:spPr>
        <p:txBody>
          <a:bodyPr>
            <a:normAutofit/>
          </a:bodyPr>
          <a:lstStyle/>
          <a:p>
            <a:r>
              <a:rPr lang="ru-RU" sz="2200" dirty="0"/>
              <a:t>Монеты, купленные </a:t>
            </a:r>
            <a:r>
              <a:rPr lang="ru-RU" sz="2200" dirty="0" err="1"/>
              <a:t>скины</a:t>
            </a:r>
            <a:r>
              <a:rPr lang="ru-RU" sz="2200" dirty="0"/>
              <a:t> и текущий выбранный </a:t>
            </a:r>
            <a:r>
              <a:rPr lang="ru-RU" sz="2200" dirty="0" err="1"/>
              <a:t>скин</a:t>
            </a:r>
            <a:r>
              <a:rPr lang="ru-RU" sz="2200" dirty="0"/>
              <a:t>, а также рекорд, сохраняются в файл.</a:t>
            </a:r>
          </a:p>
          <a:p>
            <a:r>
              <a:rPr lang="ru-RU" sz="2200" dirty="0"/>
              <a:t>Для защиты от ручного изменения количества монет используется проверка целостности (контрольная сумма с секретной строкой): при несоответствии подписи сохранение игнорируется.</a:t>
            </a:r>
          </a:p>
        </p:txBody>
      </p:sp>
    </p:spTree>
    <p:extLst>
      <p:ext uri="{BB962C8B-B14F-4D97-AF65-F5344CB8AC3E}">
        <p14:creationId xmlns:p14="http://schemas.microsoft.com/office/powerpoint/2010/main" val="2854683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Используемые технологии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 smtClean="0"/>
              <a:t>Язык программирования </a:t>
            </a:r>
            <a:r>
              <a:rPr lang="en-US" sz="2200" dirty="0" smtClean="0"/>
              <a:t>Python</a:t>
            </a:r>
          </a:p>
          <a:p>
            <a:r>
              <a:rPr lang="ru-RU" sz="2200" dirty="0" smtClean="0"/>
              <a:t>Графическая библиотека </a:t>
            </a:r>
            <a:r>
              <a:rPr lang="en-US" sz="2200" dirty="0" smtClean="0"/>
              <a:t>Arcade</a:t>
            </a:r>
            <a:endParaRPr lang="ru-RU" sz="2200" dirty="0" smtClean="0"/>
          </a:p>
          <a:p>
            <a:r>
              <a:rPr lang="ru-RU" sz="2200" dirty="0" smtClean="0"/>
              <a:t>Стандартные модули </a:t>
            </a:r>
            <a:r>
              <a:rPr lang="en-US" sz="2200" dirty="0" smtClean="0"/>
              <a:t>Python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500355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Возможности для доработки и развития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200" dirty="0"/>
              <a:t>Введение уровней сложности и новых типов препятствий (движущиеся, исчезающие, с анимацией).</a:t>
            </a:r>
          </a:p>
          <a:p>
            <a:r>
              <a:rPr lang="ru-RU" sz="2200" dirty="0"/>
              <a:t>Расширение системы </a:t>
            </a:r>
            <a:r>
              <a:rPr lang="ru-RU" sz="2200" dirty="0" err="1"/>
              <a:t>скинов</a:t>
            </a:r>
            <a:r>
              <a:rPr lang="ru-RU" sz="2200" dirty="0"/>
              <a:t>: анимации, эффекты частиц, дополнительные категории (не только цвет).</a:t>
            </a:r>
          </a:p>
          <a:p>
            <a:r>
              <a:rPr lang="ru-RU" sz="2200" dirty="0"/>
              <a:t>Онлайн‑таблица рекордов и рейтинг игроков.</a:t>
            </a:r>
          </a:p>
          <a:p>
            <a:r>
              <a:rPr lang="ru-RU" sz="2200" dirty="0" err="1"/>
              <a:t>Портирование</a:t>
            </a:r>
            <a:r>
              <a:rPr lang="ru-RU" sz="2200" dirty="0"/>
              <a:t> проекта на другие платформы и упаковка в отдельный исполняемый файл.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5472817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 smtClean="0"/>
              <a:t>Реализован полноценный игровой прототип с базовой физикой, системой препятствий, подсчётом очков, </a:t>
            </a:r>
            <a:r>
              <a:rPr lang="ru-RU" sz="2200" dirty="0" err="1" smtClean="0"/>
              <a:t>сохраниением</a:t>
            </a:r>
            <a:r>
              <a:rPr lang="ru-RU" sz="2200" dirty="0" smtClean="0"/>
              <a:t> прогресса, </a:t>
            </a:r>
            <a:r>
              <a:rPr lang="ru-RU" sz="2200" dirty="0" err="1" smtClean="0"/>
              <a:t>внутриигровой</a:t>
            </a:r>
            <a:r>
              <a:rPr lang="ru-RU" sz="2200" dirty="0" smtClean="0"/>
              <a:t> валютой и магазином </a:t>
            </a:r>
            <a:r>
              <a:rPr lang="ru-RU" sz="2200" dirty="0" err="1" smtClean="0"/>
              <a:t>скинов</a:t>
            </a:r>
            <a:r>
              <a:rPr lang="ru-RU" sz="2200" dirty="0" smtClean="0"/>
              <a:t>.</a:t>
            </a:r>
          </a:p>
          <a:p>
            <a:endParaRPr lang="ru-RU" sz="2200" dirty="0"/>
          </a:p>
          <a:p>
            <a:r>
              <a:rPr lang="ru-RU" dirty="0"/>
              <a:t>Проект продемонстрировал, что с помощью </a:t>
            </a:r>
            <a:r>
              <a:rPr lang="ru-RU" dirty="0" err="1"/>
              <a:t>arcade</a:t>
            </a:r>
            <a:r>
              <a:rPr lang="ru-RU" dirty="0"/>
              <a:t> можно быстро создавать наглядные 2D‑игры с понятной архитектурой.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68521510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8342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 (конференц-зал)</Template>
  <TotalTime>53</TotalTime>
  <Words>251</Words>
  <Application>Microsoft Office PowerPoint</Application>
  <PresentationFormat>Широкоэкранный</PresentationFormat>
  <Paragraphs>54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Wingdings</vt:lpstr>
      <vt:lpstr>Wingdings 3</vt:lpstr>
      <vt:lpstr>Совет директоров</vt:lpstr>
      <vt:lpstr>StickyCubes</vt:lpstr>
      <vt:lpstr>Идея проекта</vt:lpstr>
      <vt:lpstr>Задачи, для решения которых создан проект</vt:lpstr>
      <vt:lpstr>Структура проекта</vt:lpstr>
      <vt:lpstr>Версия 1.0</vt:lpstr>
      <vt:lpstr>Версия 1.1</vt:lpstr>
      <vt:lpstr>Версия 1.2</vt:lpstr>
      <vt:lpstr>Версия 1.3</vt:lpstr>
      <vt:lpstr>Особенности геймплея и логики</vt:lpstr>
      <vt:lpstr>Система скинов и валюты</vt:lpstr>
      <vt:lpstr>Сохранение прогресса</vt:lpstr>
      <vt:lpstr>Используемые технологии</vt:lpstr>
      <vt:lpstr>Возможности для доработки и развития</vt:lpstr>
      <vt:lpstr>Вывод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StickyCubes</dc:title>
  <dc:creator>Администратор</dc:creator>
  <cp:lastModifiedBy>Администратор</cp:lastModifiedBy>
  <cp:revision>6</cp:revision>
  <dcterms:created xsi:type="dcterms:W3CDTF">2026-01-28T13:30:23Z</dcterms:created>
  <dcterms:modified xsi:type="dcterms:W3CDTF">2026-01-28T14:23:59Z</dcterms:modified>
</cp:coreProperties>
</file>